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KYC – Reduce Drop-Off &amp; Increase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Mobile-First Guided Digital Verification Prototype</a:t>
            </a:r>
          </a:p>
          <a:p/>
          <a:p>
            <a:r>
              <a:t>Presented by: Dipshikha Phukan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Document scan failures</a:t>
            </a:r>
          </a:p>
          <a:p>
            <a:r>
              <a:t>• Upload errors due to poor internet</a:t>
            </a:r>
          </a:p>
          <a:p>
            <a:r>
              <a:t>• Long and unclear verification process</a:t>
            </a:r>
          </a:p>
          <a:p/>
          <a:p>
            <a:r>
              <a:t>Result:</a:t>
            </a:r>
          </a:p>
          <a:p>
            <a:r>
              <a:t>• Users abandon onboarding</a:t>
            </a:r>
          </a:p>
          <a:p>
            <a:r>
              <a:t>• Lower conversion rate</a:t>
            </a:r>
          </a:p>
          <a:p>
            <a:r>
              <a:t>• Poor user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mobile-first guided Digital KYC onboarding flow that:</a:t>
            </a:r>
          </a:p>
          <a:p>
            <a:r>
              <a:t>• Guides users during document scanning</a:t>
            </a:r>
          </a:p>
          <a:p>
            <a:r>
              <a:t>• Shows AI‑enhanced review before upload</a:t>
            </a:r>
          </a:p>
          <a:p>
            <a:r>
              <a:t>• Provides real‑time upload and verification feedback</a:t>
            </a:r>
          </a:p>
          <a:p/>
          <a:p>
            <a:r>
              <a:t>Goal: Reduce errors, improve trust, and increase successful KYC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Guided document scanning with alignment &amp; lighting feedback</a:t>
            </a:r>
          </a:p>
          <a:p>
            <a:r>
              <a:t>• AI-enhanced document preview before upload</a:t>
            </a:r>
          </a:p>
          <a:p>
            <a:r>
              <a:t>• Upload with progress bar &amp; retry attempts</a:t>
            </a:r>
          </a:p>
          <a:p>
            <a:r>
              <a:t>• Selfie verification with blink detection</a:t>
            </a:r>
          </a:p>
          <a:p>
            <a:r>
              <a:t>• Real-time KYC verification status screen</a:t>
            </a:r>
          </a:p>
          <a:p>
            <a:r>
              <a:t>• Final success confirmation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Document Selection → Document Scan → Review → Upload → Selfie Verification → Live KYC Check → Success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Users:</a:t>
            </a:r>
          </a:p>
          <a:p>
            <a:r>
              <a:t>• Youth</a:t>
            </a:r>
          </a:p>
          <a:p>
            <a:r>
              <a:t>• First‑time digital banking users</a:t>
            </a:r>
          </a:p>
          <a:p>
            <a:r>
              <a:t>• Rural &amp; semi‑urban users</a:t>
            </a:r>
          </a:p>
          <a:p/>
          <a:p>
            <a:r>
              <a:t>Expected Impact:</a:t>
            </a:r>
          </a:p>
          <a:p>
            <a:r>
              <a:t>• Fewer scan failures</a:t>
            </a:r>
          </a:p>
          <a:p>
            <a:r>
              <a:t>• Reduced upload retries</a:t>
            </a:r>
          </a:p>
          <a:p>
            <a:r>
              <a:t>• Faster verification</a:t>
            </a:r>
          </a:p>
          <a:p>
            <a:r>
              <a:t>• Higher trust</a:t>
            </a:r>
          </a:p>
          <a:p>
            <a:r>
              <a:t>• Improved conversion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</a:t>
            </a:r>
          </a:p>
          <a:p>
            <a:r>
              <a:t>• Figma – UI/UX Design &amp; Live Prototype</a:t>
            </a:r>
          </a:p>
          <a:p>
            <a:r>
              <a:t>• React + TypeScript – UI Flow Simulation</a:t>
            </a:r>
          </a:p>
          <a:p>
            <a:r>
              <a:t>• AI Tools – Design acceleration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